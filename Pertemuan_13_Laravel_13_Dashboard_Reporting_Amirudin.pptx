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301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27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272784"/>
            <a:ext cx="11173968" cy="0"/>
          </a:xfrm>
          <a:prstGeom prst="line">
            <a:avLst/>
          </a:prstGeom>
          <a:noFill/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730582"/>
            <a:ext cx="3566160" cy="1236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13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E2D"/>
                </a:solidFill>
              </a:rPr>
              <a:t>PERTEMUAN 13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1207008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B1B1F"/>
                </a:solidFill>
              </a:rPr>
              <a:t>Dashboard &amp; Reporting Sederhana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257860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470"/>
                </a:solidFill>
              </a:rPr>
              <a:t>Laravel 13 • Studi Kasus Aplikasi Akademik: Mahasiswa, Mata Kuliah, Nilai, Auth &amp; Role Access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1792" y="4526280"/>
            <a:ext cx="4114800" cy="0"/>
          </a:xfrm>
          <a:prstGeom prst="line">
            <a:avLst/>
          </a:prstGeom>
          <a:noFill/>
          <a:ln w="25400">
            <a:solidFill>
              <a:srgbClr val="8B1E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Mata Kuliah: Pemrograman Web Lanjut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Kampus: STMIK ANTAR BANGSA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Dosen: Amirudin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Dashboard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Capaian Pembelajaran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417320"/>
            <a:ext cx="1065276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B1B1F"/>
                </a:solidFill>
              </a:rPr>
              <a:t>Mahasiswa mampu membuat dashboard akademik yang informatif.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Mahasiswa mampu menampilkan kartu ringkasan data dari database.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Mahasiswa mampu membuat statistik nilai sederhana.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Mahasiswa mampu membuat chart menggunakan Chart.js.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Mahasiswa mampu membuat laporan nilai dengan filter.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Mahasiswa mampu menjaga controller tetap rapi menggunakan service layer.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Dashboard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Koneksi dengan Pertemuan Sebelumnya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417320"/>
            <a:ext cx="1065276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B1B1F"/>
                </a:solidFill>
              </a:rPr>
              <a:t>Pertemuan 11: aplikasi sudah memiliki login, logout, middleware auth, role access, menu dinamis, dan halaman Nilai Saya.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Pertemuan 12: kode sudah dirapikan dengan DashboardService, NilaiService, NilaiSayaService, dan Form Request.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Pertemuan 13: service layer dimanfaatkan untuk membangun dashboard, chart, dan reporting sederhana.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Fokus praktik bukan hanya tampilan, tetapi juga alur data yang rapi dari service ke view.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Dashboard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Output Akhir Pertemuan 13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417320"/>
            <a:ext cx="1065276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B1B1F"/>
                </a:solidFill>
              </a:rPr>
              <a:t>Dashboard ringkasan akademik.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Kartu total mahasiswa, total mata kuliah, total nilai, rata-rata nilai, nilai tertinggi, dan nilai terendah.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Chart distribusi nilai A, B, C, D, dan E.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Chart jumlah mahasiswa per jurusan.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Laporan nilai dengan filter mahasiswa, mata kuliah, nilai minimal, dan nilai maksimal.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Laporan nilai dibatasi hanya untuk role admin dan dosen.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Alur Materi Pertemuan 13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35099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303270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671441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39612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7783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75954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144125" y="2715768"/>
            <a:ext cx="128016" cy="0"/>
          </a:xfrm>
          <a:prstGeom prst="line">
            <a:avLst/>
          </a:prstGeom>
          <a:noFill/>
          <a:ln w="15240">
            <a:solidFill>
              <a:srgbClr val="8B1E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7F3F4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8680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Review P12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099691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FFFFF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236851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36851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Konsep Dashboard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467862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7F3F4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05022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05022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Route Laporan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836033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FFFFF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73193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73193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DashboardService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04204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7F3F4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41364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41364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Chart.js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572375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FFFFF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709535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709535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Laporan Filter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940546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7F3F4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077706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077706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Role Access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10308717" y="2057400"/>
            <a:ext cx="1167003" cy="1325880"/>
          </a:xfrm>
          <a:prstGeom prst="roundRect">
            <a:avLst>
              <a:gd name="adj" fmla="val 6268"/>
            </a:avLst>
          </a:prstGeom>
          <a:solidFill>
            <a:srgbClr val="FFFFFF"/>
          </a:solidFill>
          <a:ln w="12700">
            <a:solidFill>
              <a:srgbClr val="E9D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445877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E2D"/>
                </a:solidFill>
              </a:rPr>
              <a:t>08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445877" y="2532888"/>
            <a:ext cx="892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</a:rPr>
              <a:t>Latihan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 vs Reporting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35331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7F3F4"/>
          </a:solidFill>
          <a:ln w="12700">
            <a:solidFill>
              <a:srgbClr val="ECD7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72784" y="135331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DFD"/>
          </a:solidFill>
          <a:ln w="12700">
            <a:solidFill>
              <a:srgbClr val="ECD7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32688" y="16276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1E2D"/>
                </a:solidFill>
              </a:rPr>
              <a:t>Dashboard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7552" y="210312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00" dirty="0">
                <a:solidFill>
                  <a:srgbClr val="1B1B1F"/>
                </a:solidFill>
              </a:rPr>
              <a:t>Ringkasan cepat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Visual dan singkat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Cocok untuk overview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Biasanya ada kartu KPI dan chart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Menjawab: kondisi saat ini seperti apa?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47104" y="16276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1E2D"/>
                </a:solidFill>
              </a:rPr>
              <a:t>Reporting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01968" y="210312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00" dirty="0">
                <a:solidFill>
                  <a:srgbClr val="1B1B1F"/>
                </a:solidFill>
              </a:rPr>
              <a:t>Data lebih detail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Memiliki filter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Cocok untuk analisis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Biasanya berbentuk tabel</a:t>
            </a:r>
            <a:endParaRPr lang="en-US" sz="1600" dirty="0"/>
          </a:p>
          <a:p>
            <a:r>
              <a:rPr lang="en-US" sz="1600" dirty="0">
                <a:solidFill>
                  <a:srgbClr val="1B1B1F"/>
                </a:solidFill>
              </a:rPr>
              <a:t>Menjawab: data detailnya apa saja?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Struktur File yang Digunakan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app/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Http/Controllers/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DashboardController.php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LaporanNilaiController.php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Services/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DashboardService.php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LaporanNilaiService.php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Models/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Mahasiswa.php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MataKuliah.php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Nilai.php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Jurusan.php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resources/views/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dashboard/index.blade.php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laporan/nilai.blade.php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routes/web.php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Struktur tetap mengikuti hasil refactoring pada pertemuan 12.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Command Awal Praktik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php artisan make:controller LaporanNilaiController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macOS / Linux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touch app/Services/LaporanNilaiService.php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resources/views/laporan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touch resources/views/laporan/nilai.blade.php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Windows CMD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nul &gt; app\Services\LaporanNilaiService.php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resources\views\laporan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nul &gt; resources\views\laporan\nilai.blade.php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Service dibuat manual seperti pola pada pertemuan 12.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Route Dashboard dan Laporan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AppHttpControllersDashboardController;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AppHttpControllersLaporanNilaiController;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Route::middleware(['auth'])-&gt;group(function ()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Route::get('/dashboard', [DashboardController::class, 'index'])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-&gt;name('dashboard');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Route::middleware(['auth', 'role:admin,dosen'])-&gt;group(function ()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Route::get('/laporan/nilai', [LaporanNilaiController::class, 'index'])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-&gt;name('laporan.nilai');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Dashboard untuk semua user login; laporan nilai hanya untuk admin dan dosen.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DashboardService: Summary Akademik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&lt;?php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namespace AppServices;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AppModelsMahasiswa;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AppModelsMataKuliah;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AppModelsNilai;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DashboardService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public function getSummary(): array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'totalMahasiswa' =&gt; Mahasiswa::count(),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'totalMataKuliah' =&gt; MataKuliah::count(),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'totalNilai' =&gt; Nilai::count(),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'rataRataNilai' =&gt; round(Nilai::avg('nilai'), 2),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'nilaiTertinggi' =&gt; Nilai::max('nilai'),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'nilaiTerendah' =&gt; Nilai::min('nilai'),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];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File: app/Services/DashboardService.php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DashboardService: Distribusi Nilai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function getDistribusiNilai(): array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'A' =&gt; Nilai::whereBetween('nilai', [85, 100])-&gt;count(),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'B' =&gt; Nilai::whereBetween('nilai', [75, 84])-&gt;count(),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'C' =&gt; Nilai::whereBetween('nilai', [65, 74])-&gt;count(),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'D' =&gt; Nilai::whereBetween('nilai', [50, 64])-&gt;count(),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'E' =&gt; Nilai::whereBetween('nilai', [0, 49])-&gt;count(),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];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Data ini nanti dikirim ke Chart.js.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DashboardService: Mahasiswa per Jurusan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IlluminateSupportFacadesDB;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function getMahasiswaPerJurusan()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Mahasiswa::select(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'jurusans.nama_jurusan',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DB::raw('COUNT(mahasiswas.id) as total')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-&gt;join('jurusans', 'jurusans.id', '=', 'mahasiswas.jurusan_id')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-&gt;groupBy('jurusans.nama_jurusan')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-&gt;orderBy('jurusans.nama_jurusan')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-&gt;get();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Sesuaikan nama tabel/kolom jika project menggunakan nama berbeda.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DashboardService: Nilai Terbaru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function getLatestNilai(int $limit = 5)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Nilai::with(['mahasiswa', 'mataKuliah'])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-&gt;latest()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-&gt;limit($limit)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-&gt;get();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Eager loading digunakan agar data relasi tidak memicu N+1 query.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Update DashboardController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&lt;?php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namespace AppHttpControllers;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AppServicesDashboardService;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DashboardController extends Controller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public function index(DashboardService $dashboardService)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$mahasiswaPerJurusan = $dashboardService-&gt;getMahasiswaPerJurusan();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$distribusiNilai = $dashboardService-&gt;getDistribusiNilai();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view('dashboard.index', 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...$dashboardService-&gt;getSummary(),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'nilaiTerbaru' =&gt; $dashboardService-&gt;getLatestNilai(),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'labelDistribusiNilai' =&gt; array_keys($distribusiNilai),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'dataDistribusiNilai' =&gt; array_values($distribusiNilai),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'labelJurusan' =&gt; $mahasiswaPerJurusan-&gt;pluck('nama_jurusan'),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'dataJurusan' =&gt; $mahasiswaPerJurusan-&gt;pluck('total'),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Controller hanya mengatur data yang dikirim ke view.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Menambahkan Chart.js pada Layout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&lt;!-- resources/views/layouts/app.blade.php --&gt;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&lt;script src="https://cdn.jsdelivr.net/npm/chart.js"&gt;&lt;/script&gt;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@stack('scripts')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&lt;/body&gt;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&lt;/html&gt;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Chart.js cukup dimuat sekali pada layout utama.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 Blade: Header dan Kartu Ringkasan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@extends('layouts.app')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@section('content')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class="container py-4"&gt;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class="mb-4"&gt;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&lt;h3 class="fw-bold mb-1"&gt;Dashboard Akademik&lt;/h3&gt;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&lt;p class="text-muted mb-0"&gt;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Ringkasan data mahasiswa, mata kuliah, dan nilai.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&lt;/p&gt;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class="row g-3 mb-4"&gt;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class="col-md-4"&gt;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&lt;div class="card border-0 shadow-sm"&gt;&lt;div class="card-body"&gt;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&lt;small class="text-muted"&gt;Total Mahasiswa&lt;/small&gt;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&lt;h2 class="fw-bold"&gt;{{ $totalMahasiswa }}&lt;/h2&gt;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&lt;/div&gt;&lt;/div&gt;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&lt;!-- ulangi pola untuk Total Mata Kuliah dan Total Nilai --&gt;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@endsection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Gunakan Bootstrap card agar tampilan dashboard rapi dan responsif.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 Blade: Statistik Nilai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class="row g-3 mb-4"&gt;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&lt;small class="text-muted"&gt;Rata-rata Nilai&lt;/small&gt;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&lt;h3 class="fw-bold"&gt;{{ $rataRataNilai ?? 0 }}&lt;/h3&gt;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&lt;small class="text-muted"&gt;Nilai Tertinggi&lt;/small&gt;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&lt;h3 class="fw-bold"&gt;{{ $nilaiTertinggi ?? 0 }}&lt;/h3&gt;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&lt;small class="text-muted"&gt;Nilai Terendah&lt;/small&gt;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&lt;h3 class="fw-bold"&gt;{{ $nilaiTerendah ?? 0 }}&lt;/h3&gt;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Statistik ini berasal dari DashboardService.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 Blade: Area Chart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class="row g-3 mb-4"&gt;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class="col-md-6"&gt;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&lt;h5 class="fw-bold mb-3"&gt;Distribusi Nilai&lt;/h5&gt;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&lt;canvas id="chartDistribusiNilai" height="180"&gt;&lt;/canvas&gt;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class="col-md-6"&gt;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&lt;h5 class="fw-bold mb-3"&gt;Mahasiswa per Jurusan&lt;/h5&gt;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&lt;canvas id="chartMahasiswaJurusan" height="180"&gt;&lt;/canvas&gt;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Canvas adalah tempat Chart.js menggambar grafik.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Script Chart: Distribusi Nilai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@push('scripts')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&lt;script&gt;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labelDistribusiNilai = @json($labelDistribusiNilai);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dataDistribusiNilai = @json($dataDistribusiNilai);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Chart(document.getElementById('chartDistribusiNilai'),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type: 'bar',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data: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labels: labelDistribusiNilai,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datasets: [{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label: 'Jumlah Mahasiswa',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data: dataDistribusiNilai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}]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options: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responsive: true,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scales: { y: { beginAtZero: true }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&lt;/script&gt;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@endpush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Data PHP dikirim ke JavaScript menggunakan @json().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Script Chart: Mahasiswa per Jurusan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@push('scripts')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&lt;script&gt;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labelJurusan = @json($labelJurusan);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dataJurusan = @json($dataJurusan);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Chart(document.getElementById('chartMahasiswaJurusan'),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type: 'doughnut',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data: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labels: labelJurusan,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datasets: [{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label: 'Jumlah Mahasiswa',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data: dataJurusan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}]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options: { responsive: true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&lt;/script&gt;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@endpush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Gunakan satu @push scripts saja jika kedua script diletakkan dalam file yang sama.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Dashboard Blade: Tabel Nilai Terbaru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&lt;h5 class="fw-bold mb-3"&gt;Nilai Terbaru&lt;/h5&gt;</a:t>
            </a:r>
            <a:endParaRPr lang="en-US" sz="930" dirty="0"/>
          </a:p>
          <a:p>
            <a:pPr marL="0" indent="0">
              <a:buNone/>
            </a:pP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class="table-responsive"&gt;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&lt;table class="table table-bordered table-striped align-middle"&gt;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&lt;thead class="table-light"&gt;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&lt;tr&gt;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&lt;th&gt;No&lt;/th&gt;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&lt;th&gt;Mahasiswa&lt;/th&gt;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&lt;th&gt;Mata Kuliah&lt;/th&gt;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&lt;th&gt;Nilai&lt;/th&gt;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&lt;/tr&gt;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&lt;/thead&gt;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&lt;tbody&gt;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@forelse ($nilaiTerbaru as $row)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&lt;tr&gt;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&lt;td&gt;{{ $loop-&gt;iteration }}&lt;/td&gt;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&lt;td&gt;{{ $row-&gt;mahasiswa-&gt;nama ?? '-' }}&lt;/td&gt;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&lt;td&gt;{{ $row-&gt;mataKuliah-&gt;nama_mk ?? '-' }}&lt;/td&gt;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&lt;td&gt;{{ $row-&gt;nilai }}&lt;/td&gt;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&lt;/tr&gt;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@empty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&lt;tr&gt;&lt;td colspan="4" class="text-center text-muted"&gt;Belum ada data.&lt;/td&gt;&lt;/tr&gt;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@endforelse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&lt;/tbody&gt;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&lt;/table&gt;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93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Tabel ini memperlihatkan data terbaru tanpa membuat halaman terlalu panjang.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Tombol Laporan Berdasarkan Role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@if (in_array(auth()-&gt;user()-&gt;role, ['admin', 'dosen'], true))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&lt;a href="{{ route('laporan.nilai') }}" class="btn btn-primary mt-2"&gt;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Buka Laporan Nilai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&lt;/a&gt;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@endif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Menu/tombol hanya tampilan. Keamanan utama tetap berada di route middleware.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LaporanNilaiService: Filter Data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&lt;?php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namespace AppServices;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AppModelsNilai;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LaporanNilaiService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public function getFiltered(array $filters)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Nilai::with(['mahasiswa.jurusan', 'mataKuliah'])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-&gt;when(!empty($filters['mahasiswa_id']), function ($query) use ($filters)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$query-&gt;where('mahasiswa_id', $filters['mahasiswa_id']);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})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-&gt;when(!empty($filters['mata_kuliah_id']), function ($query) use ($filters)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$query-&gt;where('mata_kuliah_id', $filters['mata_kuliah_id']);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})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-&gt;latest()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-&gt;paginate(10)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-&gt;withQueryString();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Method when() membuat query filter lebih bersih.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LaporanNilaiService: Filter Nilai Min/Max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-&gt;when(!empty($filters['nilai_min']), function ($query) use ($filters)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$query-&gt;where('nilai', '&gt;=', $filters['nilai_min']);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-&gt;when(!empty($filters['nilai_max']), function ($query) use ($filters)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$query-&gt;where('nilai', '&lt;=', $filters['nilai_max']);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-&gt;latest()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-&gt;paginate(10)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-&gt;withQueryString();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withQueryString() menjaga filter tetap terbawa saat pagination.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LaporanNilaiService: Summary Laporan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function getSummary(array $filters): array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$query = Nilai::query()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-&gt;when(!empty($filters['mahasiswa_id']), fn ($q) =&gt;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$q-&gt;where('mahasiswa_id', $filters['mahasiswa_id']))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-&gt;when(!empty($filters['mata_kuliah_id']), fn ($q) =&gt;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$q-&gt;where('mata_kuliah_id', $filters['mata_kuliah_id']))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-&gt;when(!empty($filters['nilai_min']), fn ($q) =&gt;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$q-&gt;where('nilai', '&gt;=', $filters['nilai_min']))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-&gt;when(!empty($filters['nilai_max']), fn ($q) =&gt;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$q-&gt;where('nilai', '&lt;=', $filters['nilai_max']));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[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'totalData' =&gt; (clone $query)-&gt;count(),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'rataRata' =&gt; round((clone $query)-&gt;avg('nilai'), 2),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'nilaiTertinggi' =&gt; (clone $query)-&gt;max('nilai'),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'nilaiTerendah' =&gt; (clone $query)-&gt;min('nilai'),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];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Clone query digunakan agar query dasar bisa dipakai untuk beberapa agregasi.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LaporanNilaiController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&lt;?php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namespace AppHttpControllers;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AppModelsMahasiswa;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AppModelsMataKuliah;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AppServicesLaporanNilaiService;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IlluminateHttpRequest;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 LaporanNilaiController extends Controller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public function index(Request $request, LaporanNilaiService $service)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$filters = $request-&gt;only([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'mahasiswa_id', 'mata_kuliah_id', 'nilai_min', 'nilai_max'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]);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return view('laporan.nilai', [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'nilai' =&gt; $service-&gt;getFiltered($filters),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'summary' =&gt; $service-&gt;getSummary($filters),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'mahasiswas' =&gt; Mahasiswa::orderBy('nama')-&gt;get(),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'mataKuliahs' =&gt; MataKuliah::orderBy('nama_mk')-&gt;get(),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'filters' =&gt; $filters,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]);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Controller tetap ringkas karena query utama berada di service.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Validasi Filter Laporan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$filters = $request-&gt;validate([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'mahasiswa_id' =&gt; ['nullable', 'exists:mahasiswas,id'],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'mata_kuliah_id' =&gt; ['nullable', 'exists:mata_kuliahs,id'],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'nilai_min' =&gt; ['nullable', 'numeric', 'min:0', 'max:100'],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'nilai_max' =&gt; ['nullable', 'numeric', 'min:0', 'max:100'],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]);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Validasi mencegah filter berisi data yang tidak sesuai.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View Laporan: Header dan Tombol Kembali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@extends('layouts.app')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@section('content')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class="container py-4"&gt;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class="d-flex justify-content-between align-items-center mb-4"&gt;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&lt;h3 class="fw-bold mb-1"&gt;Laporan Nilai&lt;/h3&gt;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&lt;p class="text-muted mb-0"&gt;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Filter dan rekap data nilai mahasiswa.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&lt;/p&gt;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&lt;a href="{{ route('dashboard') }}" class="btn btn-outline-secondary"&gt;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Kembali ke Dashboard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&lt;/a&gt;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@endsection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Halaman laporan tetap terhubung dengan dashboard.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View Laporan: Form Filter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&lt;form method="GET" action="{{ route('laporan.nilai') }}"&gt;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class="row g-3"&gt;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class="col-md-3"&gt;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&lt;label class="form-label"&gt;Mahasiswa&lt;/label&gt;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&lt;select name="mahasiswa_id" class="form-select"&gt;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&lt;option value=""&gt;Semua Mahasiswa&lt;/option&gt;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@foreach ($mahasiswas as $mahasiswa)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&lt;option value="{{ $mahasiswa-&gt;id }}"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@selected(($filters['mahasiswa_id'] ?? '') == $mahasiswa-&gt;id)&gt;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{{ $mahasiswa-&gt;nama }}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&lt;/option&gt;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@endforeach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&lt;/select&gt;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&lt;!-- buat pola serupa untuk Mata Kuliah, Nilai Min, Nilai Max --&gt;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&lt;/form&gt;</a:t>
            </a:r>
            <a:endParaRPr lang="en-US" sz="93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Gunakan method GET agar filter terlihat pada URL dan cocok untuk pagination.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View Laporan: Input Nilai Min dan Max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class="col-md-2"&gt;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&lt;label class="form-label"&gt;Nilai Min&lt;/label&gt;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&lt;input type="number" name="nilai_min" class="form-control"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value="{{ $filters['nilai_min'] ?? '' }}" min="0" max="100"&gt;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class="col-md-2"&gt;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&lt;label class="form-label"&gt;Nilai Max&lt;/label&gt;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&lt;input type="number" name="nilai_max" class="form-control"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value="{{ $filters['nilai_max'] ?? '' }}" min="0" max="100"&gt;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class="col-md-2 d-flex align-items-end gap-2"&gt;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&lt;button class="btn btn-primary w-100"&gt;Filter&lt;/button&gt;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&lt;a href="{{ route('laporan.nilai') }}" class="btn btn-outline-danger btn-sm mt-3"&gt;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Reset Filter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&lt;/a&gt;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Reset filter mengembalikan laporan ke kondisi awal.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View Laporan: Kartu Summary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class="row g-3 mb-4"&gt;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class="col-md-3"&gt;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&lt;small class="text-muted"&gt;Total Data&lt;/small&gt;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&lt;h4 class="fw-bold"&gt;{{ $summary['totalData'] }}&lt;/h4&gt;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&lt;div class="col-md-3"&gt;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&lt;div class="card border-0 shadow-sm"&gt;&lt;div class="card-body"&gt;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&lt;small class="text-muted"&gt;Rata-rata&lt;/small&gt;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&lt;h4 class="fw-bold"&gt;{{ $summary['rataRata'] ?? 0 }}&lt;/h4&gt;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&lt;/div&gt;&lt;/div&gt;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&lt;/div&gt;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&lt;!-- lanjutkan untuk Nilai Tertinggi dan Nilai Terendah --&gt;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Summary laporan mengikuti filter yang sedang aktif.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View Laporan: Tabel Data Nilai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&lt;table class="table table-bordered table-striped align-middle"&gt;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&lt;thead class="table-light"&gt;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&lt;tr&gt;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&lt;th&gt;No&lt;/th&gt;&lt;th&gt;NIM&lt;/th&gt;&lt;th&gt;Mahasiswa&lt;/th&gt;&lt;th&gt;Jurusan&lt;/th&gt;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&lt;th&gt;Mata Kuliah&lt;/th&gt;&lt;th&gt;SKS&lt;/th&gt;&lt;th&gt;Nilai&lt;/th&gt;&lt;th&gt;Grade&lt;/th&gt;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&lt;/tr&gt;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&lt;/thead&gt;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&lt;tbody&gt;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@forelse ($nilai as $row)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&lt;tr&gt;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$nilai-&gt;firstItem() + $loop-&gt;index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$row-&gt;mahasiswa-&gt;nim ?? '-'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$row-&gt;mahasiswa-&gt;nama ?? '-'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$row-&gt;mahasiswa-&gt;jurusan-&gt;nama_jurusan ?? '-'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$row-&gt;mataKuliah-&gt;nama_mk ?? '-'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$row-&gt;mataKuliah-&gt;sks ?? '-'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$row-&gt;nilai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&lt;td&gt;{{ $row-&gt;grade }}&lt;/td&gt;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&lt;/tr&gt;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@empty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&lt;tr&gt;&lt;td colspan="8" class="text-center text-muted"&gt;Data tidak ditemukan.&lt;/td&gt;&lt;/tr&gt;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@endforelse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&lt;/tbody&gt;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&lt;/table&gt;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{{ $nilai-&gt;links() }}</a:t>
            </a:r>
            <a:endParaRPr lang="en-US" sz="87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firstItem() membuat nomor urut tetap benar saat pagination.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Menambahkan Menu Laporan pada Navbar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&lt;div class="navbar-nav me-auto"&gt;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&lt;a class="nav-link" href="{{ route('dashboard') }}"&gt;Dashboard&lt;/a&gt;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@if (auth()-&gt;user()-&gt;role === 'admin')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&lt;a class="nav-link" href="{{ route('mahasiswa.index') }}"&gt;Mahasiswa&lt;/a&gt;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&lt;a class="nav-link" href="{{ route('mata-kuliah.index') }}"&gt;Mata Kuliah&lt;/a&gt;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@endif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@if (in_array(auth()-&gt;user()-&gt;role, ['admin', 'dosen'], true))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&lt;a class="nav-link" href="{{ route('nilai.index') }}"&gt;Nilai&lt;/a&gt;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&lt;a class="nav-link" href="{{ route('laporan.nilai') }}"&gt;Laporan Nilai&lt;/a&gt;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@endif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@if (auth()-&gt;user()-&gt;role === 'mahasiswa')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&lt;a class="nav-link" href="{{ route('nilai-saya.index') }}"&gt;Nilai Saya&lt;/a&gt;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@endif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Menu disesuaikan dengan role, tetapi route tetap wajib diproteksi middleware.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Hak Akses Role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36192"/>
            <a:ext cx="103784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Role           | Dashboard   | Laporan Nilai     | Catatan                                     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---------------+-------------+-------------------+--------------------------------------------------------------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Admin          | Ya          | Ya                | Dapat melihat dashboard dan laporan semua nilai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Dosen          | Ya          | Ya                | Dapat melihat laporan nilai                 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Mahasiswa      | Ya          | Tidak             | Melihat data personal melalui Nilai Saya    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Belum login    | Tidak       | Tidak             | Redirect ke halaman login                                    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Testing Scenario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36192"/>
            <a:ext cx="103784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     | Skenario                                                         | Hasil yang Diharapkan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-------+------------------------------------------------------------------+----------------------------------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    | Login admin lalu buka /dashboard                                 | Dashboard tampil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    | Login admin lalu buka /laporan/nilai                             | Laporan tampil  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| Login dosen lalu buka /laporan/nilai                             | Laporan tampil  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| Login mahasiswa lalu buka /laporan/nilai                         | 403 Forbidden    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| Belum login lalu buka /dashboard                                 | Redirect ke login 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| Filter nilai 75 sampai 100                                       | Data sesuai filter     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    | Klik pagination setelah filter                                   | Filter tetap terbawa             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Membuat Grade di Model Nilai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app/Models/Nilai.php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function getGradeAttribute(): string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match (true)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$this-&gt;nilai &gt;= 85 =&gt; 'A',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$this-&gt;nilai &gt;= 75 =&gt; 'B',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$this-&gt;nilai &gt;= 65 =&gt; 'C',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$this-&gt;nilai &gt;= 50 =&gt; 'D',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default =&gt; 'E',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Blade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{{ $row-&gt;grade }}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Accessor membuat grade bisa dipanggil seperti property biasa.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Badge Grade agar Lebih Menarik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17904"/>
            <a:ext cx="1042416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@php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$badgeClass = match ($row-&gt;grade)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'A' =&gt; 'bg-success',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'B' =&gt; 'bg-primary',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'C' =&gt; 'bg-warning text-dark',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'D' =&gt; 'bg-secondary',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default =&gt; 'bg-danger',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@endphp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&lt;span class="badge {{ $badgeClass }}"&gt;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{{ $row-&gt;grade }}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&lt;/span&gt;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58952" y="589788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470"/>
                </a:solidFill>
              </a:rPr>
              <a:t>Tampilan laporan lebih mudah dibaca dengan badge.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Laravel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Clean Code Checklist Pertemuan 13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98448"/>
            <a:ext cx="10881360" cy="4526280"/>
          </a:xfrm>
          <a:prstGeom prst="roundRect">
            <a:avLst>
              <a:gd name="adj" fmla="val 1616"/>
            </a:avLst>
          </a:prstGeom>
          <a:solidFill>
            <a:srgbClr val="15171A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" y="1536192"/>
            <a:ext cx="103784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      | Checklist                                                                              | Status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--------+----------------------------------------------------------------------------------------+------------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     | DashboardController tidak berisi query panjang 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     | Query dashboard dipindahkan ke DashboardService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 | Laporan memakai LaporanNilaiService            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 | Filter menggunakan when()                      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 | Pagination memakai withQueryString()           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 | Chart mengambil data dari service              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     | View tidak melakukan query database                                                    | ✅   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8       | Route laporan dibatasi middleware role                                                 | ✅          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Dashboard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Kesalahan Umum dan Solusi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417320"/>
            <a:ext cx="1065276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dirty="0">
                <a:solidFill>
                  <a:srgbClr val="1B1B1F"/>
                </a:solidFill>
              </a:rPr>
              <a:t>Chart tidak tampil: pastikan Chart.js sudah dimuat di layout dan id canvas sesuai.</a:t>
            </a:r>
            <a:endParaRPr lang="en-US" sz="1700" dirty="0"/>
          </a:p>
          <a:p>
            <a:r>
              <a:rPr lang="en-US" sz="1700" dirty="0">
                <a:solidFill>
                  <a:srgbClr val="1B1B1F"/>
                </a:solidFill>
              </a:rPr>
              <a:t>Undefined variable: pastikan controller mengirim variabel ke view.</a:t>
            </a:r>
            <a:endParaRPr lang="en-US" sz="1700" dirty="0"/>
          </a:p>
          <a:p>
            <a:r>
              <a:rPr lang="en-US" sz="1700" dirty="0">
                <a:solidFill>
                  <a:srgbClr val="1B1B1F"/>
                </a:solidFill>
              </a:rPr>
              <a:t>Call to undefined relationship: pastikan relasi model sudah dibuat dan nama relasi benar.</a:t>
            </a:r>
            <a:endParaRPr lang="en-US" sz="1700" dirty="0"/>
          </a:p>
          <a:p>
            <a:r>
              <a:rPr lang="en-US" sz="1700" dirty="0">
                <a:solidFill>
                  <a:srgbClr val="1B1B1F"/>
                </a:solidFill>
              </a:rPr>
              <a:t>Pagination kehilangan filter: gunakan paginate(10)-&gt;withQueryString().</a:t>
            </a:r>
            <a:endParaRPr lang="en-US" sz="1700" dirty="0"/>
          </a:p>
          <a:p>
            <a:r>
              <a:rPr lang="en-US" sz="1700" dirty="0">
                <a:solidFill>
                  <a:srgbClr val="1B1B1F"/>
                </a:solidFill>
              </a:rPr>
              <a:t>Mahasiswa bisa akses laporan: cek middleware role pada route /laporan/nilai.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2D"/>
                </a:solidFill>
              </a:rPr>
              <a:t>Pertemuan 13 • Dashboard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1B1F"/>
                </a:solidFill>
              </a:rPr>
              <a:t>Tugas Mandiri</a:t>
            </a:r>
            <a:endParaRPr lang="en-US" sz="24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9289"/>
            <a:ext cx="1783080" cy="618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417320"/>
            <a:ext cx="1065276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B1B1F"/>
                </a:solidFill>
              </a:rPr>
              <a:t>Tambahkan laporan Mahasiswa per Jurusan.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Minimal isi laporan: nama jurusan, jumlah mahasiswa, jumlah mahasiswa yang sudah memiliki nilai, dan rata-rata nilai per jurusan.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Tambahkan satu chart sederhana menggunakan Chart.js.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Pastikan laporan tetap mengikuti pola service layer.</a:t>
            </a:r>
            <a:endParaRPr lang="en-US" sz="1800" dirty="0"/>
          </a:p>
          <a:p>
            <a:r>
              <a:rPr lang="en-US" sz="1800" dirty="0">
                <a:solidFill>
                  <a:srgbClr val="1B1B1F"/>
                </a:solidFill>
              </a:rPr>
              <a:t>Buat screenshot hasil dashboard dan laporan sebagai bukti praktik.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6928" y="63642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4"/>
          </a:solidFill>
          <a:ln w="12700">
            <a:solidFill>
              <a:srgbClr val="F7F3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685" y="822960"/>
            <a:ext cx="4220149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1B1F"/>
                </a:solidFill>
              </a:rPr>
              <a:t>Terima Kasih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97280" y="35295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B1E2D"/>
                </a:solidFill>
              </a:rPr>
              <a:t>Pertemuan 13 • Dashboard &amp; Reporting Sederhana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97280" y="40050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470"/>
                </a:solidFill>
              </a:rPr>
              <a:t>Pemrograman Web Lanjut • STMIK ANTAR BANGSA • Dosen: Amirudin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459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1E2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5210</Words>
  <Application>Microsoft Macintosh PowerPoint</Application>
  <PresentationFormat>Widescreen</PresentationFormat>
  <Paragraphs>792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STMIK Antar Bangsa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13 Laravel 13 Dashboard dan Reporting Sederhana</dc:title>
  <dc:subject>Pemrograman Web Lanjut - Pertemuan 13</dc:subject>
  <dc:creator>Amirudin</dc:creator>
  <cp:lastModifiedBy>amiruidin .</cp:lastModifiedBy>
  <cp:revision>3</cp:revision>
  <dcterms:created xsi:type="dcterms:W3CDTF">2026-06-06T09:34:31Z</dcterms:created>
  <dcterms:modified xsi:type="dcterms:W3CDTF">2026-07-01T10:00:56Z</dcterms:modified>
</cp:coreProperties>
</file>